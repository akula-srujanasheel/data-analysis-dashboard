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9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C4E6E-60B4-065A-5A92-E5101A658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3CC51B-B6A0-2AE1-89EB-13349E6EA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D0813-5E3C-52E9-8B4A-B2FC224E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EF97-75C4-45C3-A84A-37BECF369A05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E34E6-0E97-4AEC-647A-C1EF1954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6CD14-4E0D-9E06-261B-CEA721874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7A0-91CA-4CD7-B68B-F6E53E6205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809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E463-A2EC-D4CD-5623-A236CB8A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5FFE8-93BD-C6F9-B712-183C9022B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DA97C-EE37-1DAC-0E90-B2467992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EF97-75C4-45C3-A84A-37BECF369A05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60297-7E94-0885-255E-F8CE510A6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375D9-0618-235A-0ECA-726FFE5D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7A0-91CA-4CD7-B68B-F6E53E6205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96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5D4DE-F801-CE74-6C29-1444407E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CA104-152A-8269-893B-C01A8DDF4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586EC-0F4F-D69F-2861-D4CA70090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EF97-75C4-45C3-A84A-37BECF369A05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CD5EC-5CCF-50A9-D79D-25918063F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FB2A8-7A0F-37C5-E6BF-2F1FD996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7A0-91CA-4CD7-B68B-F6E53E6205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77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7A43-767A-2CA7-8CEA-15C8811E7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A7312-B2D4-429A-B9A4-DDACCB0E2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90703-C2CC-C24B-8261-59867DC7A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4C70F-22C4-C58A-4170-DC14B155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EF97-75C4-45C3-A84A-37BECF369A05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DC705-67A9-F6E3-E38F-265A9541B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C66E2-4CD7-067A-2E27-8931CC2CE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7A0-91CA-4CD7-B68B-F6E53E6205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287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CCF30-A5C2-6C6E-7FA1-419FE90B1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42E17-8C40-D71E-BA56-2EE0CAFDF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7C879-087B-4115-AB0C-FF25346CC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CEBC70-2B64-22D0-E4EC-E72A70279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AB77AE-68CD-ABAE-0885-CF8522146A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F2E2AA-36AC-D0AB-B2B3-01ED7DD12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EF97-75C4-45C3-A84A-37BECF369A05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842BE-9958-3A3B-A854-ED7D82D2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EA9A67-096B-520A-CB9C-40B71367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7A0-91CA-4CD7-B68B-F6E53E6205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65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EB27F-4F6C-8BEB-ABE0-18244E60E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4C2BCB-7252-2AF6-754B-77238E477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EF97-75C4-45C3-A84A-37BECF369A05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B8CCF5-4DB8-AE5C-34F9-39824A033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C9462-E202-B398-76A7-C726B48C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7A0-91CA-4CD7-B68B-F6E53E6205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442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59CEEA-4CF6-1F4E-8E23-81E1E61E4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EF97-75C4-45C3-A84A-37BECF369A05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ADCB0-C28C-2066-CD35-C4B4E4C8C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5C5CB-1A64-9719-246D-2B81895A1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7A0-91CA-4CD7-B68B-F6E53E6205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691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1EEBB-7DFF-C3CA-1142-596DB9887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CF8AB-ECD5-97EF-8721-E71D37CD3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6F734-5391-55FC-45C5-60530B45E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CBDA6-6B41-437F-FA62-0B5ED7A22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EF97-75C4-45C3-A84A-37BECF369A05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C599C-B2D0-6A93-D2D8-AF5CB725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4AA78-DA10-4C98-EF1C-873DF0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7A0-91CA-4CD7-B68B-F6E53E6205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731D4-351B-E5F7-3143-B2A064622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34C5DB-168F-45BE-48FD-93BF502DE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55862-A510-EF57-F790-2CA5C2ADE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52C9E-C26C-1335-19D2-88A11AFE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EF97-75C4-45C3-A84A-37BECF369A05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49E19-4A6B-AF07-CDAE-697F207D0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17722-396E-9698-F386-E7309DE96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7A0-91CA-4CD7-B68B-F6E53E6205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359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AF9A5-EFD4-CE27-D3B0-2A62474A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9FE85-557C-BB2D-0E23-BC1000BB9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467C0-5C57-093C-44C0-F15E1EFFB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EF97-75C4-45C3-A84A-37BECF369A05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C8531-F507-4AC8-1992-0855154F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5F1B6-2E43-E925-5A96-56D7A5ED8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7A0-91CA-4CD7-B68B-F6E53E6205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447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DA77E6-52D1-5A39-52DE-805AE0371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F131E-F5D7-08CC-9F52-005936ECA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041BD-16B4-D14C-D632-7A800449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EF97-75C4-45C3-A84A-37BECF369A05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1896B-9DA8-95AB-C86F-BE9214CE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E2724-87B8-4249-F416-8B11BD9F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7A0-91CA-4CD7-B68B-F6E53E6205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6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1D982D-8E0D-AFDC-C4A1-5AA2531D7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66D85-0B47-C219-4ADD-06DCD2EA8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626D9-8847-E899-F5B8-6F001C53A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BEF97-75C4-45C3-A84A-37BECF369A05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C5A3B-3090-9061-AED3-3A67DD45E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36540-C457-4D5B-A62F-1F00D262E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6C7A0-91CA-4CD7-B68B-F6E53E6205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7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4A1F4-4872-5174-2C1E-353FDE6E6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12" y="149902"/>
            <a:ext cx="12057088" cy="336006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B93CD-ECAF-6B45-707A-39400AE4F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912" y="3602038"/>
            <a:ext cx="12057088" cy="325596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09DFD2-41FA-ACC2-5220-47DE483AB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49793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accent1">
                <a:lumMod val="75000"/>
              </a:schemeClr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F1140A-10BD-699C-0F26-BF4397697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54861"/>
            <a:ext cx="12192000" cy="33600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accent1">
                <a:lumMod val="75000"/>
              </a:schemeClr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0392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6EBF5-D760-9137-96C1-9C1D1780B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037102" cy="31929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08416-9A1D-CE84-4C14-4714C6964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087973"/>
            <a:ext cx="12037102" cy="362761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908D8B-C3B4-5FF6-40FE-E7C653867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24847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accent1">
                <a:lumMod val="75000"/>
              </a:schemeClr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1D8C77-0EFC-6884-D06B-BBB0F7CCB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92906"/>
            <a:ext cx="12037102" cy="362761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accent1">
                <a:lumMod val="75000"/>
              </a:schemeClr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55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174CB-32DF-BF8D-5C11-AE1EAA931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7416"/>
            <a:ext cx="12192000" cy="3382547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2FBF1B-221C-4B3D-BD01-3BC49FFFD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325596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965885-623F-148B-3756-76CEFCA1D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42"/>
            <a:ext cx="12192000" cy="347462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accent1">
                <a:lumMod val="75000"/>
              </a:schemeClr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B6688C-C2CD-909B-3C0B-DFABFBBF1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09962"/>
            <a:ext cx="12192000" cy="334803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accent1">
                <a:lumMod val="75000"/>
              </a:schemeClr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39786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DCBC8-88F9-E998-11EB-2137A91C3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35099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2BE1A-7503-9A3D-F9D3-47775234A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325596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E86A4B-D933-4D87-D79B-47408CA14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02038"/>
            <a:ext cx="12192000" cy="31913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accent1">
                <a:lumMod val="75000"/>
              </a:schemeClr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8C71B3-993A-014A-DF3D-B1EC9AAF8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50996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accent1">
                <a:lumMod val="75000"/>
              </a:schemeClr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90152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E213A-49CF-2A39-A08A-3F725AB67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4911"/>
            <a:ext cx="12192000" cy="337505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1AB94-4219-04B6-2E7E-320F38579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892" y="3602038"/>
            <a:ext cx="12027108" cy="3255962"/>
          </a:xfrm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5D9BC-3418-EB1F-2013-F7A58B3DD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2" y="134911"/>
            <a:ext cx="11862215" cy="672308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accent1">
                <a:lumMod val="75000"/>
              </a:schemeClr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7561F4-7513-C2F1-39D6-051992A6CFDE}"/>
              </a:ext>
            </a:extLst>
          </p:cNvPr>
          <p:cNvSpPr/>
          <p:nvPr/>
        </p:nvSpPr>
        <p:spPr>
          <a:xfrm>
            <a:off x="1259174" y="5846164"/>
            <a:ext cx="4836826" cy="6445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AKULA SRUJANASHEELA</a:t>
            </a:r>
          </a:p>
        </p:txBody>
      </p:sp>
    </p:spTree>
    <p:extLst>
      <p:ext uri="{BB962C8B-B14F-4D97-AF65-F5344CB8AC3E}">
        <p14:creationId xmlns:p14="http://schemas.microsoft.com/office/powerpoint/2010/main" val="2872697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</dc:creator>
  <cp:lastModifiedBy>hi</cp:lastModifiedBy>
  <cp:revision>1</cp:revision>
  <dcterms:created xsi:type="dcterms:W3CDTF">2026-07-03T07:43:51Z</dcterms:created>
  <dcterms:modified xsi:type="dcterms:W3CDTF">2026-07-03T07:49:42Z</dcterms:modified>
</cp:coreProperties>
</file>